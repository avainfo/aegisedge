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9648d9fdb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9648d9fdb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9648d9fdb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9648d9fdb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9648d9fdb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9648d9fdb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9648d9fdb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9648d9fdb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9648d9fdb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9648d9fdb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9648d9fdb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9648d9fdb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9648d9fdb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9648d9fdb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9648d9fdb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9648d9fdb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9648d9fdb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9648d9fdb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Aegis Edge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Resilient tactical HUD for degraded drone data links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Challenges addressed by Aegis Edge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20"/>
              <a:t>Real-Time Horizon Detection</a:t>
            </a:r>
            <a:endParaRPr b="1" sz="2120"/>
          </a:p>
          <a:p>
            <a:pPr indent="-30003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We detect or receive horizon points and render them live inside a tactical HUD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2120"/>
              <a:t>Monocular Distance-to-Target Estimation</a:t>
            </a:r>
            <a:endParaRPr b="1" sz="2120"/>
          </a:p>
          <a:p>
            <a:pPr indent="-30003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We provide the horizon reference, pitch, altitude and telemetry needed for future distance estimation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2120"/>
              <a:t>Baro-Reset with Real Altitude Estimation from Imagery</a:t>
            </a:r>
            <a:endParaRPr b="1" sz="2120"/>
          </a:p>
          <a:p>
            <a:pPr indent="-30003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We combine image-based horizon cues with drone attitude data to support altitude reliability checks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2120"/>
              <a:t>Tracking Reset Upon False Positive Detection</a:t>
            </a:r>
            <a:endParaRPr b="1" sz="2120"/>
          </a:p>
          <a:p>
            <a:pPr indent="-30003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We introduce a trust layer that can mark visual data as unreliable, stale or lost before it misleads the operator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2120"/>
              <a:t>Edge-AI / Low-Cost Hardware Readiness</a:t>
            </a:r>
            <a:endParaRPr b="1" sz="2120"/>
          </a:p>
          <a:p>
            <a:pPr indent="-30003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The pipeline is lightweight: simple JSON, C++ core logic, and real-time display designed for RPi-class constraints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Resilient tactical HUD for degraded drone data links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257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Aegis Edge keeps drone operators informed when telemetry, video, or horizon data becomes delayed, degraded, or lost.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1208" y="1152475"/>
            <a:ext cx="5941090" cy="361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Drone data is not always trustworthy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In contested environments, drone links become slow, unstable, or interrupted.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Operators still need to understand what is happening.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A classic HUD displays data, even when that data may be stale.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The real issue is not only data loss. It is uncertainty.</a:t>
            </a:r>
            <a:endParaRPr/>
          </a:p>
          <a:p>
            <a:pPr indent="0" lvl="0" marL="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When the link degrades, the operator must know what can still be trusted.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Aligned with real-time horizon awareness on edge systems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Primary fit: Real-Time Horizon Detection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Horizon information helps separate ground from sky.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This can reduce false positives and improve targeting pipelines.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Our prototype focuses on lightweight horizon representation and real-time HUD integration.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Designed with edge constraints in mind: low latency, simple data format, robust behavior.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 HUD that understands data reliability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Receives drone telemetry and horizon points.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Measures data freshness and latency.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Classifies the link state as NORMAL, DEGRADED, or LOST.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Keeps the last valid data when the signal is interrupted.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Shows the operator whether the current view is live, delayed, or stale.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From simulated drone data to resilient tactical display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Drone Simulator / Video Source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↓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Horizon Points JSON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↓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Chaos Proxy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↓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C++ Trust Core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↓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Flutter Tactical HUD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The system adapts to link quality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Latency &lt; 300 ms      → NORMAL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Latency &lt; 2000 ms     → DEGRADED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Latency ≥ 2000 ms     → LOST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No packet received    → LOST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Demo: controlled failure and recovery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"/>
              <a:t>Drone simulator sends normal telemetry.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"/>
              <a:t>HUD displays live attitude, altitude, latency, and horizon line.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"/>
              <a:t>Chaos proxy introduces lag.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"/>
              <a:t>HUD switches to DEGRADED.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"/>
              <a:t>Signal is cut.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"/>
              <a:t>HUD switches to LOST and keeps last valid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"/>
              <a:t>Signal returns.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"/>
              <a:t>HUD recovers to NORMAL.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Operational value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Better situational awareness under degraded communications.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Clear distinction between live and stale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Lightweight architecture suitable for edge systems.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Simple JSON protocol for integration with other modules.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Foundation for future distance estimation, altitude correction, and target filtering.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